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CodeMitra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&amp;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Multilingual Learning Platform for India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What is CodeMitra?
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An AI-powered multilingual learning and developer productivity platform designed specifically for the Indian market.
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Mission
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Democratize coding education by providing comprehensive learning resources, intelligent code assistance, and collaboration tools in 12 Indian languages.
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Key Features
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Real-time AI code completion • Multilingual documentation • Adaptive learning paths • Collaborative coding • Voice-to-code in regional languages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 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325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Web • Mobile • IDE Plugins •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856232"/>
            <a:ext cx="91440" cy="8229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Load Balancer • Rate Limiting • Auth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542032"/>
            <a:ext cx="91440" cy="8229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Microservices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6 Core Services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3227832"/>
            <a:ext cx="91440" cy="8229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AI/ML 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3383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Code LLM • Translation • Learning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3913632"/>
            <a:ext cx="91440" cy="82296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Layer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PostgreSQL • MongoDB • Redis • S3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Microservices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User Service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Authentication • Profiles • Subscriptions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12801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80160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Learning Service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Python + FastAPI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Adaptive paths • Progress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2801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280160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Code Assistant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1656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Python + FastAPI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1656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AI completions • Bug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88920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Translation Service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3291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Python + FastAPI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12 languages • Tech term preservation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5848" y="27889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55848" y="2788920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Collaboration Service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93008" y="3291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Node.js + Socket.io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9300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Real-time sync • Live sessions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27889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2788920"/>
            <a:ext cx="2743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391656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Analytics Service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91656" y="3291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Python + FastAPI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91656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Usage metrics • Performance tracking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Web Application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Tech Stack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React 18 + TypeScript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Next.js 14 (SSR, SSG, ISR)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Zustand + React Query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Tailwind CSS + Radix UI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Monaco Editor (VS Code)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Socket.io for real-time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Key Features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20+ language syntax support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Real-time AI suggestions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Multilingual UI &amp; comments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Collaborative editing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Mobile Apps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React Native (iOS 13+, Android 8+)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Voice-to-code in regional languages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Offline learning modules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Biometric authentication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IDE Plugins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3703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VS Code, IntelliJ, PyCharm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Inline AI code suggestions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Multilingual documentation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Real-time collaboration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AI/ML Infrastructure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Code Language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Base: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Fine-tuned CodeLlama-34B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Training: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50M+ lines of Indian code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Optimization: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4-bit quantization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Performance: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&lt;2s inference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Translation Engine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Languages: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12 Indian languages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Model: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IndicNLP transformer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Features: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Tech term preservation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Quality: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Context-aware translation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Adaptive Learning Algorithm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Assesses skill level → Identifies gaps → Generates personalized path → Adjusts difficulty dynamically based on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206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PostgreSQL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</a:rPr>
              <a:t>User Data &amp; Transactions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ACID compliance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Relational integrity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Complex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Multi-AZ deployment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4206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MongoDB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</a:rPr>
              <a:t>Code &amp; Content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057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Flexible 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Hierarchical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Sharding enabled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Atlas M40 cluster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206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</a:rPr>
              <a:t>Redis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</a:rPr>
              <a:t>Caching &amp; Sessions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Sub-ms latency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Session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Rate limiting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Real-time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017520"/>
            <a:ext cx="4206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</a:rPr>
              <a:t>Elasticsearch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</a:rPr>
              <a:t>Search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794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Full-text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Semantic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Faceted filtering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Auto-complete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Compliance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Authentication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• JWT-based authentication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• Role-based access control (RBAC)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• Multi-factor authentication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• Biometric support on mobile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Encryption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• AES-256 encryption at rest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• TLS 1.3 for data in transit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• Field-level encryption for PII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• Automated key rotation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Compliance Standards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GDPR: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Data minimization • Right to access • Right to deletion • Privacy by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PCI-DSS: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Secure payment processing via Razorpay/Stripe • No card data storage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Indian Data Regulations: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Data localization in Mumbai region • Compliance with local laws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Infrastructure (AWS)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Region 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Primary: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ap-south-1 (Mumbai)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Main user traffic &amp; databases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Lowest latency for Indian users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DR: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ap-southeast-1 (Singapore)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Disaster recovery &amp; backup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Automated failover (RTO: 5 min)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Compute Resources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ECS Fargate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Microservices deployment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Auto-scaling 2-50 instances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Lambda Functions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Event-driven processing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Image processing, notifications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EC2 GPU (p3.2xlarge)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AI model inference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Content Delivery Network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CloudFront with 400+ edge locations • Static assets cached for 1 year • API response caching for 5 minutes • Automatic compression &amp; TLS 1.3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DevOps &amp; CI/CD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74320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Code Commit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GitHub webhook triggers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938528"/>
            <a:ext cx="64008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8" name="Shape 6"/>
          <p:cNvSpPr/>
          <p:nvPr/>
        </p:nvSpPr>
        <p:spPr>
          <a:xfrm>
            <a:off x="3355848" y="1280160"/>
            <a:ext cx="274320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Build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38728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Dependencies, linting, Docker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44768" y="1938528"/>
            <a:ext cx="64008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2" name="Shape 10"/>
          <p:cNvSpPr/>
          <p:nvPr/>
        </p:nvSpPr>
        <p:spPr>
          <a:xfrm>
            <a:off x="6254496" y="1280160"/>
            <a:ext cx="27432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Test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37376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Unit, integration, security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7432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Staging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Deploy, smoke tests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3538728"/>
            <a:ext cx="64008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19" name="Shape 17"/>
          <p:cNvSpPr/>
          <p:nvPr/>
        </p:nvSpPr>
        <p:spPr>
          <a:xfrm>
            <a:off x="3355848" y="2880360"/>
            <a:ext cx="2743200" cy="13716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38728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5. Approval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38728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Manual QA 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44768" y="3538728"/>
            <a:ext cx="64008" cy="5486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23" name="Shape 21"/>
          <p:cNvSpPr/>
          <p:nvPr/>
        </p:nvSpPr>
        <p:spPr>
          <a:xfrm>
            <a:off x="6254496" y="2880360"/>
            <a:ext cx="2743200" cy="13716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37376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6. Production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37376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Blue-green deployment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Infrastructure as Code: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Terraform for AWS resources • Kubernetes manifests • Automated deployments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Monitoring &amp; Observability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Metrics Collection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Application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API latency (p50/p95/p99)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Error rates by endpoint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AI inference time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Infrastructure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CPU &amp; memory usage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Network throughput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Container health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Business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User registrations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Feature adoption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Revenue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Logging Strategy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CloudWatch Logs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Structured logging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Centralized aggregation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Retention policies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Log Types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Application: 30 days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Access: 90 days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Audit: 1 year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Error: 6 months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Distributed Tracing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AWS X-Ray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End-to-end visibility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77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Alerting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2011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</a:rPr>
              <a:t>Critical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PagerDuty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• Error rate &gt;1%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• Service down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High Priority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Slack + Email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• Latency &gt;500ms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• Cache hit &lt;70%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Medium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Slack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• Slow queries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• High memory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Phase 1: MVP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</a:rPr>
              <a:t>Months 1-3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Core infrastructure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AI model fine-tuning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Code editor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Hindi + English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Beta launch with 100 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28016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Phase 2: Scale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38728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</a:rPr>
              <a:t>Months 4-6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8728" y="21945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5 additional languages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Mobile apps launch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IDE plugins (VS Code, IntelliJ)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Performance optimization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Scale to 10K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128016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Phase 3: Enterprise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37376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</a:rPr>
              <a:t>Months 7-12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21945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All 12 languages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Team collaboration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Advanced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Marketplace launch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Scale to 100K users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Metrics &amp; KPIs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Technical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API Response Time: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&lt;100ms (p95)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AI Inference: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&lt;2 seconds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System Uptime: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99.9%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054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Error Rate: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&lt;0.1%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User Metrics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Daily Active Users: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40% of MAU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93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Session Duration: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&gt;15 minutes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494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AI Feature Adoption: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70% of 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NPS Score: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&gt;70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Business Metrics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&lt;₹500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User Acquisition Cost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&gt;5%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60604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Free to Paid Conversion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₹50L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MRR (Month 12)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&lt;5%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53796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Monthly Churn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Scalability &amp; High Availability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Auto-Scaling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Target Tracking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CPU utilization: 70%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Memory utilization: 80%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Request count: 1000/target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Predictive Scaling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Weekday pattern: 9 AM - 11 PM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Weekend pattern: All day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Night low-traffic mode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Load Balancing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AWS Application Load Balancer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Health checks every 30s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Sticky sessions enabled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Path-based routing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Intelligent Routing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Weighted traffic distribution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Geographic routing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• Least outstanding requests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Disaster Recovery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Multi-Region Setup: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Primary (Mumbai) + DR (Singapore) with automated failover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Recovery Objectives: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RTO: 5 minutes • RPO: 1 minute (near-zero data loss)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Backup Strategy: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Continuous replication • Daily snapshots (30 days) • Weekly snapshots (1 year) • Cross-region backup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Scale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CodeMitra 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9260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Scalable microservices architecture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AI-powered multilingual platform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Enterprise-grade security &amp; compliance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High availability with 99.9% uptime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Optimized for Indian market &amp; networks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CodeMitra - System Design &amp; Architecture</dc:title>
  <dc:subject>PptxGenJS Presentation</dc:subject>
  <dc:creator>CodeMitra Team</dc:creator>
  <cp:lastModifiedBy>CodeMitra Team</cp:lastModifiedBy>
  <cp:revision>1</cp:revision>
  <dcterms:created xsi:type="dcterms:W3CDTF">2026-02-10T05:03:06Z</dcterms:created>
  <dcterms:modified xsi:type="dcterms:W3CDTF">2026-02-10T05:03:06Z</dcterms:modified>
</cp:coreProperties>
</file>